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10332720" cy="4206240"/>
          </a:xfrm>
          <a:prstGeom prst="rect">
            <a:avLst/>
          </a:prstGeom>
          <a:solidFill>
            <a:srgbClr val="1E3A8A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6459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TECHLAB CCTV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Enterprise Security Surveillance &amp; Campus Monitoring Solutions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BNI Feature Presentation | Karur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CORE CCTV SURVEILLANCE EXPERTISE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256032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HD IP &amp; PTZ Cameras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Crystal-clear 2MP to 8MP Dome, Bullet &amp; PTZ cameras with superior night vision.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560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554480"/>
            <a:ext cx="256032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Centralized NVR Recording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27432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Enterprise NVR &amp; XVR systems with massive storage capacity and zero lag.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560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554480"/>
            <a:ext cx="256032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Structured PoE Cabling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Heavy-duty Cat6 structured wiring, PoE switches &amp; weatherproof enclosures.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23960" y="1554480"/>
            <a:ext cx="2560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1554480"/>
            <a:ext cx="256032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Remote Mobile Viewing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06840" y="27432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Real-time smartphone &amp; desktop monitoring accessible 24/7 from anywhere.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COMMON SECURITY VULNERABILITIES IN BUSINESSES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38328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Blind Spots &amp; Poor Coverage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Inadequate camera placement leaving critical entry points, cash counters, and perimeters unmonitored.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645920"/>
            <a:ext cx="338328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011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Grainy &amp; Unusable Footage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Outdated analog systems failing to capture license plates or face details during break-ins.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645920"/>
            <a:ext cx="338328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011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Unreliable Recording Failures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292608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Hard drive corruption or unmaintained power supplies (SMPS) failing when footage is needed most.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LANDMARK INSTITUTIONAL INSTALLATION: ARASU COLLEGE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754880" cy="4206240"/>
          </a:xfrm>
          <a:prstGeom prst="round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CAMPUS SECURITY SCALE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74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HD IP Cameras Deployed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3x 32ch NVRs  |  18 PoE Switches  |  18 Racks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1463040"/>
            <a:ext cx="5669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1463040"/>
            <a:ext cx="137160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B"/>
                </a:solidFill>
              </a:rPr>
              <a:t>Centralized Campus Recording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19659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3 units of 32-Channel Enterprise NVRs delivering 96 total channels of high-speed secure storage.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2880360"/>
            <a:ext cx="5669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2880360"/>
            <a:ext cx="137160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017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B"/>
                </a:solidFill>
              </a:rPr>
              <a:t>Power &amp; Distribution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35040" y="33832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18 units of 8+2 PoE Switches providing stable power and data over long distances.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4297680"/>
            <a:ext cx="5669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4297680"/>
            <a:ext cx="137160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4434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B"/>
                </a:solidFill>
              </a:rPr>
              <a:t>Structured Racks &amp; Wiring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35040" y="48006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18 dedicated server racks with professional Cat6 structured cabling throughout campus.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TECHLAB CCTV ADVANTAGE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38328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5B"/>
                </a:solidFill>
              </a:rPr>
              <a:t>Precise Site Surveys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Detailed pre-installation site surveys ensuring zero blind spots and optimal camera placement.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645920"/>
            <a:ext cx="338328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5B"/>
                </a:solidFill>
              </a:rPr>
              <a:t>Transparent Quotations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301752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Itemized camera, NVR, and cabling quotes with exact HSN codes and warranty details.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645920"/>
            <a:ext cx="338328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5B"/>
                </a:solidFill>
              </a:rPr>
              <a:t>Dedicated Maintenance AMC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301752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Rapid response service team ensuring your cameras and NVRs remain 100% operational.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IDEAL REFERRAL PARTNER — WHO NEEDS CCTV UPGRADES?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97280" cy="1325880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17373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Educational Institutions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03120" y="214884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Schools, colleges, and hostels looking to upgrade campus surveillance and monitor student safety.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0698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17520"/>
            <a:ext cx="1097280" cy="1325880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832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03120" y="32004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Manufacturing &amp; Textile Mills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361188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Factories requiring heavy-duty perimeter security, warehouse monitoring, and night-vision cameras.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10698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80560"/>
            <a:ext cx="1097280" cy="1325880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8463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103120" y="466344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Commercial Offices &amp; Retail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3120" y="507492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Businesses wanting to secure retail counters, entrances, and employee attendance monitoring.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18320" cy="4206240"/>
          </a:xfrm>
          <a:prstGeom prst="rect">
            <a:avLst/>
          </a:prstGeom>
          <a:solidFill>
            <a:srgbClr val="1E3A8A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Let's Secure Your Premises Together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28800" y="29260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TECHLAB CCTV Solutions | Karur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Phone: +91 94888-0-9897  |  Email: service@techlab.in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Open for CCTV 1-to-1 meetings this week!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2026-10-09T11:15:45Z</dcterms:created>
  <dcterms:modified xsi:type="dcterms:W3CDTF">2026-10-09T11:15:45Z</dcterms:modified>
</cp:coreProperties>
</file>