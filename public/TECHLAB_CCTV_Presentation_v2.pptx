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7597774-9d273605dfa9" ContentType="image/photo-1557597774-9d273605dfa9"/>
  <Default Extension="photo-1562774053-701939374585" ContentType="image/photo-1562774053-701939374585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57597774-9d273605dfa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62774053-70193937458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57597774-9d273605dfa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097280"/>
            <a:ext cx="10332720" cy="4206240"/>
          </a:xfrm>
          <a:prstGeom prst="rect">
            <a:avLst/>
          </a:prstGeom>
          <a:solidFill>
            <a:srgbClr val="1B2A5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TECHLAB CCTV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Enterprise Security Surveillance &amp; Campus Monitoring Solutions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BNI Feature Presentation | Karur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CCTV SURVEILLANCE EXPERTISE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HD IP &amp; PTZ Cameras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Crystal-clear 2MP to 8MP Dome, Bullet &amp; PTZ cameras with superior night vision.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Centralized NVR Recording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Enterprise NVR &amp; XVR systems with massive storage capacity and zero lag.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Structured PoE Cabling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Heavy-duty Cat6 structured wiring, PoE switches &amp; weatherproof enclosures.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Remote Mobile Viewing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Real-time smartphone &amp; desktop monitoring accessible 24/7 from anywhere.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SECURITY VULNERABILITIES IN BUSINESSES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Blind Spots &amp; Poor Coverage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Inadequate camera placement leaving critical entry points, cash counters, and perimeters unmonitored.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Grainy &amp; Unusable Footage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Outdated analog systems failing to capture license plates or face details during break-ins.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Unreliable Recording Failures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Hard drive corruption or unmaintained power supplies (SMPS) failing when footage is needed most.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LANDMARK INSTITUTIONAL INSTALLATION: ARASU COLLEGE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206240"/>
          </a:xfrm>
          <a:prstGeom prst="round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pic>
        <p:nvPicPr>
          <p:cNvPr id="5" name="Image 0" descr="https://images.unsplash.com/photo-1562774053-701939374585?auto=format&amp;fit=crop&amp;w=600&amp;q=80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731520" y="1463040"/>
            <a:ext cx="47548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CAMPUS SECURITY SCALE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2103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74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005840" y="3017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HD IP Cameras Deployed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9319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3x 32ch NVRs  |  18 PoE Switches  |  18 Racks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46304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Centralized Campus Recording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1965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 units of 32-Channel Enterprise NVRs delivering 96 total channels of high-speed secure storage.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60720" y="28803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88036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Power &amp; Distribution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35040" y="33832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units of 8+2 PoE Switches providing stable power and data over long distances.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429768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429768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Structured Racks &amp; Wiring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03504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dedicated server racks with professional Cat6 structured cabling throughout campus.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TECHLAB CCTV ADVANTAGE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Precise Site Surveys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Detailed pre-installation site surveys ensuring zero blind spots and optimal camera placement.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Transparent Quotations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Itemized camera, NVR, and cabling quotes with exact HSN codes and warranty details.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Dedicated Maintenance AMC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Rapid response service team ensuring your cameras and NVRs remain 100% operational.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IDEAL REFERRAL PARTNER — WHO NEEDS CCTV UPGRADES?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Educational Institutions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Schools, colleges, and hostels looking to upgrade campus surveillance and monitor student safety.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1752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03120" y="32004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Manufacturing &amp; Textile Mills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361188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Factories requiring heavy-duty perimeter security, warehouse monitoring, and night-vision cameras.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8056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46634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Commercial Offices &amp; Retail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50749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Businesses wanting to secure retail counters, entrances, and employee attendance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097280"/>
            <a:ext cx="9418320" cy="4206240"/>
          </a:xfrm>
          <a:prstGeom prst="rect">
            <a:avLst/>
          </a:prstGeom>
          <a:solidFill>
            <a:srgbClr val="1B2A5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Secure Your Premises Together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TECHLAB CCTV Solutions | Karur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Phone: +91 94888-0-9897  |  Email: service@techlab.in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4023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Open for CCTV 1-to-1 meetings this week!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2026-10-09T11:18:50Z</dcterms:created>
  <dcterms:modified xsi:type="dcterms:W3CDTF">2026-10-09T11:18:50Z</dcterms:modified>
</cp:coreProperties>
</file>