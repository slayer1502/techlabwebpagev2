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332720" cy="4206240"/>
          </a:xfrm>
          <a:prstGeom prst="rect">
            <a:avLst/>
          </a:prstGeom>
          <a:solidFill>
            <a:srgbClr val="1E3A8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TECHLAB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Advanced Computers, Laptops, CCTV &amp; Enterprise IT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BNI Feature Presentation | Karur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WHO WE ARE &amp; CORE EXPERTISE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Complete IT Hardware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Custom workstations, high-performance business laptops &amp; computing.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Enterprise CCTV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High-definition IP cameras, PTZ &amp; centralized NVR surveillance.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Structured Networking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Cat6 cabling, fiber optics, server racks &amp; enterprise PoE switches.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554480"/>
            <a:ext cx="2560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1554480"/>
            <a:ext cx="256032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Rapid Response AMC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27432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Reliable on-site maintenance &amp; tech support for businesses.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COMMON IT CHALLENGE FOR BUSINESSES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Frequent System Downtime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Unreliable hardware slowing down staff productivity, billing, and daily sales operations.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Security Blind Spots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Outdated or grainy CCTV systems failing to capture critical evidence during incidents.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Lack of Accountable Support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Waiting days for technician support while business operations and revenue halt completely.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OUR LANDMARK PROJECT: ARASU COLLEGE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754880" cy="4206240"/>
          </a:xfrm>
          <a:prstGeom prst="round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CAMPUS SCALE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74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HD IP Cameras Deployed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3x 32ch NVRs  |  18 PoE Switches  |  18 Racks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46304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Centralized Recording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3 units of 32-Channel Enterprise NVRs providing robust storage and zero lag.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88036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88036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Power &amp; Distribution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33832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units of 8+2 PoE Switches powering cameras reliably across campus buildings.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4297680"/>
            <a:ext cx="5669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4297680"/>
            <a:ext cx="13716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434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Structured Cabling &amp; Racks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4800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dedicated server racks with structured Cat6 LAN cabling engineered for zero packet loss.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TECHLAB ADVANTAGE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Transparent Pricing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Detailed, itemized quotations with exact HSN codes and live cost/margin clarity.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Auditor-Ready GST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Instant GST invoices with automated CGST/SGST breakdowns and digital record registers.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End-to-End Execution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From professional site surveys and quotation design to flawless installation and support.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IDEAL REFERRAL PARTNER — WHO IS A GREAT INTRODUCTION?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Educational Institutions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1488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Schools, colleges, and training centers upgrading campus security cameras or computer labs.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1752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03120" y="32004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Manufacturing &amp; Textile Mills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361188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Factories requiring heavy-duty perimeter surveillance, server racks, and robust networking.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698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80560"/>
            <a:ext cx="1097280" cy="132588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463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46634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Commercial Offices &amp; Retail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507492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Businesses needing POS billing hardware, mesh Wi-Fi, and HD security surveillance.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18320" cy="4206240"/>
          </a:xfrm>
          <a:prstGeom prst="rect">
            <a:avLst/>
          </a:prstGeom>
          <a:solidFill>
            <a:srgbClr val="1E3A8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Let's Secure &amp; Empower Your Business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TECHLAB | Karur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Phone: +91 94888-0-9897  |  Email: service@techlab.in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Open for 1-to-1 meetings this week!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2026-10-09T11:13:27Z</dcterms:created>
  <dcterms:modified xsi:type="dcterms:W3CDTF">2026-10-09T11:13:27Z</dcterms:modified>
</cp:coreProperties>
</file>