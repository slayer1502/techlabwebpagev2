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57597774-9d273605dfa9" ContentType="image/photo-1557597774-9d273605dfa9"/>
  <Default Extension="photo-1557324232-b8917d5c3dcd" ContentType="image/photo-1557324232-b8917d5c3dcd"/>
  <Default Extension="photo-1558494949-ef010cbdcc31" ContentType="image/photo-1558494949-ef010cbdcc31"/>
  <Default Extension="photo-1544197150-b99a580bb7a8" ContentType="image/photo-1544197150-b99a580bb7a8"/>
  <Default Extension="photo-1526374965328-7f61d4dc18c5" ContentType="image/photo-1526374965328-7f61d4dc18c5"/>
  <Default Extension="photo-1584438784894-089d6a62b8fa" ContentType="image/photo-1584438784894-089d6a62b8fa"/>
  <Default Extension="photo-1562774053-701939374585" ContentType="image/photo-1562774053-701939374585"/>
  <Default Extension="photo-1581092160607-ee22621dd758" ContentType="image/photo-1581092160607-ee22621dd758"/>
  <Default Extension="photo-1454165804606-c3d57bc86b40" ContentType="image/photo-1454165804606-c3d57bc86b40"/>
  <Default Extension="photo-1581092335397-9583fe92d232" ContentType="image/photo-1581092335397-9583fe92d232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hoto-1557597774-9d273605dfa9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hoto-1557597774-9d273605dfa9"/><Relationship Id="rId2" Type="http://schemas.openxmlformats.org/officeDocument/2006/relationships/image" Target="../media/image-2-2.photo-1557324232-b8917d5c3dcd"/><Relationship Id="rId3" Type="http://schemas.openxmlformats.org/officeDocument/2006/relationships/image" Target="../media/image-2-3.photo-1558494949-ef010cbdcc31"/><Relationship Id="rId4" Type="http://schemas.openxmlformats.org/officeDocument/2006/relationships/image" Target="../media/image-2-4.photo-1544197150-b99a580bb7a8"/><Relationship Id="rId5" Type="http://schemas.openxmlformats.org/officeDocument/2006/relationships/image" Target="../media/image-2-5.photo-1526374965328-7f61d4dc18c5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hoto-1557597774-9d273605dfa9"/><Relationship Id="rId2" Type="http://schemas.openxmlformats.org/officeDocument/2006/relationships/image" Target="../media/image-3-2.photo-1584438784894-089d6a62b8fa"/><Relationship Id="rId3" Type="http://schemas.openxmlformats.org/officeDocument/2006/relationships/image" Target="../media/image-3-2.photo-1584438784894-089d6a62b8fa"/><Relationship Id="rId4" Type="http://schemas.openxmlformats.org/officeDocument/2006/relationships/image" Target="../media/image-3-2.photo-1584438784894-089d6a62b8fa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hoto-1557597774-9d273605dfa9"/><Relationship Id="rId2" Type="http://schemas.openxmlformats.org/officeDocument/2006/relationships/image" Target="../media/image-4-2.photo-1562774053-701939374585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hoto-1557597774-9d273605dfa9"/><Relationship Id="rId2" Type="http://schemas.openxmlformats.org/officeDocument/2006/relationships/image" Target="../media/image-5-2.photo-1581092160607-ee22621dd758"/><Relationship Id="rId3" Type="http://schemas.openxmlformats.org/officeDocument/2006/relationships/image" Target="../media/image-5-3.photo-1454165804606-c3d57bc86b40"/><Relationship Id="rId4" Type="http://schemas.openxmlformats.org/officeDocument/2006/relationships/image" Target="../media/image-5-4.photo-1581092335397-9583fe92d232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hoto-1557597774-9d273605dfa9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hoto-1557597774-9d273605dfa9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7597774-9d273605dfa9?auto=format&amp;fit=crop&amp;w=1400&amp;q=80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1097280"/>
            <a:ext cx="10332720" cy="4389120"/>
          </a:xfrm>
          <a:prstGeom prst="rect">
            <a:avLst/>
          </a:prstGeom>
          <a:solidFill>
            <a:srgbClr val="1B2A5B">
              <a:alpha val="85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371600" y="146304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TECHLAB CCTV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1371600" y="256032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</a:rPr>
              <a:t>Enterprise Security Surveillance &amp; Campus Monitoring Solutions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BNI Feature Presentation | Karur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7597774-9d273605dfa9?auto=format&amp;fit=crop&amp;w=1200&amp;q=80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0"/>
            <a:ext cx="12188952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solidFill>
            <a:srgbClr val="1B2A5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CORE CCTV SURVEILLANCE EXPERTISE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1" descr="https://images.unsplash.com/photo-1557324232-b8917d5c3dcd?auto=format&amp;fit=crop&amp;w=400&amp;q=80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868680" y="1600200"/>
            <a:ext cx="2286000" cy="1371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B"/>
                </a:solidFill>
              </a:rPr>
              <a:t>HD IP &amp; PTZ Cameras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14400" y="37490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Crystal-clear 2MP to 8MP Dome, Bullet &amp; PTZ cameras with night vision.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0" name="Image 2" descr="https://images.unsplash.com/photo-1558494949-ef010cbdcc31?auto=format&amp;fit=crop&amp;w=400&amp;q=80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3566160" y="1600200"/>
            <a:ext cx="2286000" cy="1371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6616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B"/>
                </a:solidFill>
              </a:rPr>
              <a:t>Centralized NVR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3611880" y="37490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Enterprise NVR &amp; XVR systems with massive storage and zero lag.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4" name="Image 3" descr="https://images.unsplash.com/photo-1544197150-b99a580bb7a8?auto=format&amp;fit=crop&amp;w=400&amp;q=80">    </p:cNvPr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6263640" y="1600200"/>
            <a:ext cx="2286000" cy="1371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6364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B"/>
                </a:solidFill>
              </a:rPr>
              <a:t>Structured PoE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6309360" y="37490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Heavy-duty Cat6 structured wiring, PoE switches &amp; enclosures.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8" name="Image 4" descr="https://images.unsplash.com/photo-1526374965328-7f61d4dc18c5?auto=format&amp;fit=crop&amp;w=400&amp;q=80">    </p:cNvPr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8961120" y="1600200"/>
            <a:ext cx="2286000" cy="1371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96112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B"/>
                </a:solidFill>
              </a:rPr>
              <a:t>Remote Viewing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9006840" y="37490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Real-time smartphone &amp; desktop monitoring accessible 24/7.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7597774-9d273605dfa9?auto=format&amp;fit=crop&amp;w=1200&amp;q=80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0"/>
            <a:ext cx="12188952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solidFill>
            <a:srgbClr val="1B2A5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COMMON SECURITY VULNERABILITIES IN BUSINESSES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645920"/>
            <a:ext cx="3383280" cy="13716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7" name="Image 1" descr="https://images.unsplash.com/photo-1584438784894-089d6a62b8fa?auto=format&amp;fit=crop&amp;w=400&amp;q=80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508760" y="1920240"/>
            <a:ext cx="1828800" cy="1005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31089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Blind Spots &amp; Poor Coverage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005840" y="374904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Inadequate camera placement leaving critical entry points, cash counters, and perimeters unmonitored.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89120" y="1645920"/>
            <a:ext cx="3383280" cy="13716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2" name="Image 2" descr="https://images.unsplash.com/photo-1584438784894-089d6a62b8fa?auto=format&amp;fit=crop&amp;w=400&amp;q=80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5166360" y="1920240"/>
            <a:ext cx="1828800" cy="10058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0" y="31089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Grainy &amp; Unusable Footage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663440" y="374904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Outdated analog systems failing to capture license plates or face details during break-ins.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046720" y="1645920"/>
            <a:ext cx="3383280" cy="13716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7" name="Image 3" descr="https://images.unsplash.com/photo-1584438784894-089d6a62b8fa?auto=format&amp;fit=crop&amp;w=400&amp;q=80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8823960" y="1920240"/>
            <a:ext cx="1828800" cy="10058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0" y="31089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Unreliable Recording Failures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21040" y="374904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Hard drive corruption or unmaintained power supplies (SMPS) failing when footage is needed most.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7597774-9d273605dfa9?auto=format&amp;fit=crop&amp;w=1200&amp;q=80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0"/>
            <a:ext cx="12188952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solidFill>
            <a:srgbClr val="1B2A5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LANDMARK INSTITUTIONAL INSTALLATION: ARASU COLLEGE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4754880" cy="4754880"/>
          </a:xfrm>
          <a:prstGeom prst="roundRect">
            <a:avLst/>
          </a:prstGeom>
          <a:solidFill>
            <a:srgbClr val="1B2A5B"/>
          </a:solidFill>
          <a:ln w="12700">
            <a:solidFill>
              <a:srgbClr val="1B2A5B"/>
            </a:solidFill>
            <a:prstDash val="solid"/>
          </a:ln>
        </p:spPr>
      </p:sp>
      <p:pic>
        <p:nvPicPr>
          <p:cNvPr id="6" name="Image 1" descr="https://images.unsplash.com/photo-1562774053-701939374585?auto=format&amp;fit=crop&amp;w=600&amp;q=80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731520" y="1463040"/>
            <a:ext cx="4754880" cy="4754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828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3C5FD"/>
                </a:solidFill>
              </a:rPr>
              <a:t>CAMPUS SECURITY SCALE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05840" y="228600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74</a:t>
            </a:r>
            <a:endParaRPr lang="en-US" sz="6400" dirty="0"/>
          </a:p>
        </p:txBody>
      </p:sp>
      <p:sp>
        <p:nvSpPr>
          <p:cNvPr id="9" name="Text 5"/>
          <p:cNvSpPr/>
          <p:nvPr/>
        </p:nvSpPr>
        <p:spPr>
          <a:xfrm>
            <a:off x="1005840" y="3474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HD IP Cameras Deployed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05840" y="438912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3x 32ch NVRs  |  18 PoE Switches  |  18 Racks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760720" y="1463040"/>
            <a:ext cx="5669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760720" y="1463040"/>
            <a:ext cx="137160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9"/>
          <p:cNvSpPr/>
          <p:nvPr/>
        </p:nvSpPr>
        <p:spPr>
          <a:xfrm>
            <a:off x="603504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Centralized Campus Recording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035040" y="201168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3 units of 32-Channel Enterprise NVRs delivering 96 total channels of high-speed secure storage.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760720" y="3090672"/>
            <a:ext cx="5669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760720" y="3090672"/>
            <a:ext cx="137160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3"/>
          <p:cNvSpPr/>
          <p:nvPr/>
        </p:nvSpPr>
        <p:spPr>
          <a:xfrm>
            <a:off x="6035040" y="32278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Power &amp; Distribution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035040" y="3639312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18 units of 8+2 PoE Switches providing stable power and data over long distances.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760720" y="4718304"/>
            <a:ext cx="5669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760720" y="4718304"/>
            <a:ext cx="137160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7"/>
          <p:cNvSpPr/>
          <p:nvPr/>
        </p:nvSpPr>
        <p:spPr>
          <a:xfrm>
            <a:off x="6035040" y="485546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B"/>
                </a:solidFill>
              </a:rPr>
              <a:t>Structured Racks &amp; Wiring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035040" y="5266944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18 dedicated server racks with professional Cat6 structured cabling throughout campus.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7597774-9d273605dfa9?auto=format&amp;fit=crop&amp;w=1200&amp;q=80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0"/>
            <a:ext cx="12188952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solidFill>
            <a:srgbClr val="1B2A5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TECHLAB CCTV ADVANTAGE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6" name="Image 1" descr="https://images.unsplash.com/photo-1581092160607-ee22621dd758?auto=format&amp;fit=crop&amp;w=400&amp;q=80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1051560" y="1828800"/>
            <a:ext cx="2743200" cy="1463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3474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5B"/>
                </a:solidFill>
              </a:rPr>
              <a:t>Precise Site Surveys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005840" y="41148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Detailed pre-installation site surveys ensuring zero blind spots and optimal camera placement.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10" name="Image 2" descr="https://images.unsplash.com/photo-1454165804606-c3d57bc86b40?auto=format&amp;fit=crop&amp;w=400&amp;q=80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4709160" y="1828800"/>
            <a:ext cx="2743200" cy="1463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0" y="3474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5B"/>
                </a:solidFill>
              </a:rPr>
              <a:t>Transparent Quotations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4663440" y="41148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Itemized camera, NVR, and cabling quotes with exact HSN codes and warranty details.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14" name="Image 3" descr="https://images.unsplash.com/photo-1581092335397-9583fe92d232?auto=format&amp;fit=crop&amp;w=400&amp;q=80">    </p:cNvPr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8366760" y="1828800"/>
            <a:ext cx="2743200" cy="1463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0" y="34747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5B"/>
                </a:solidFill>
              </a:rPr>
              <a:t>Dedicated Maintenance AMC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8321040" y="41148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Rapid response service team ensuring your cameras and NVRs remain 100% operational.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7597774-9d273605dfa9?auto=format&amp;fit=crop&amp;w=1200&amp;q=80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0"/>
            <a:ext cx="12188952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solidFill>
            <a:srgbClr val="1B2A5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IDEAL REFERRAL PARTNER — WHO NEEDS CCTV UPGRADES?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31520" y="1554480"/>
            <a:ext cx="10698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554480"/>
            <a:ext cx="1097280" cy="1417320"/>
          </a:xfrm>
          <a:prstGeom prst="rect">
            <a:avLst/>
          </a:prstGeom>
          <a:solidFill>
            <a:srgbClr val="1B2A5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9659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103120" y="178308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5B"/>
                </a:solidFill>
              </a:rPr>
              <a:t>Educational Institutions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103120" y="224028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Schools, colleges, and hostels looking to upgrade campus surveillance and monitor student safety.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3154680"/>
            <a:ext cx="10698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3154680"/>
            <a:ext cx="1097280" cy="1417320"/>
          </a:xfrm>
          <a:prstGeom prst="rect">
            <a:avLst/>
          </a:prstGeom>
          <a:solidFill>
            <a:srgbClr val="1B2A5B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566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103120" y="338328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5B"/>
                </a:solidFill>
              </a:rPr>
              <a:t>Manufacturing &amp; Textile Mills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103120" y="384048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Factories requiring heavy-duty perimeter security, warehouse monitoring, and night-vision cameras.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" y="4754880"/>
            <a:ext cx="10698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1520" y="4754880"/>
            <a:ext cx="1097280" cy="1417320"/>
          </a:xfrm>
          <a:prstGeom prst="rect">
            <a:avLst/>
          </a:prstGeom>
          <a:solidFill>
            <a:srgbClr val="1B2A5B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51663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103120" y="498348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5B"/>
                </a:solidFill>
              </a:rPr>
              <a:t>Commercial Offices &amp; Retail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2103120" y="544068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Businesses wanting to secure retail counters, entrances, and employee attendance monitoring.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7597774-9d273605dfa9?auto=format&amp;fit=crop&amp;w=1400&amp;q=80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0" y="1097280"/>
            <a:ext cx="9418320" cy="4389120"/>
          </a:xfrm>
          <a:prstGeom prst="rect">
            <a:avLst/>
          </a:prstGeom>
          <a:solidFill>
            <a:srgbClr val="1B2A5B">
              <a:alpha val="8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828800" y="16459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Let's Secure Your Premises Together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828800" y="292608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TECHLAB CCTV Solutions | Karur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Phone: +91 94888-0-9897  |  Email: service@techlab.in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Open for CCTV 1-to-1 meetings this week!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2026-10-09T11:21:18Z</dcterms:created>
  <dcterms:modified xsi:type="dcterms:W3CDTF">2026-10-09T11:21:18Z</dcterms:modified>
</cp:coreProperties>
</file>